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5A9854-8124-4CC6-6536-244996E1C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7C73D22-015C-A421-2032-911987335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E8A0BF-14FC-ED7D-9BCD-0EBBFE4E3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E967-694C-46B2-8D12-ADB7AADD7A46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49DD4F-1E7A-527D-E8D6-B9F62546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45AEE8-94C4-9EB0-5562-8120E1F17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3D1A-376C-41D9-8085-FEBD2A6607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4568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BE0AB3-6041-47FE-1476-85179A30D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B179A7-F1F0-7E80-AB6C-C1C5C335E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B81730-8D2E-F213-983A-77B0A18BF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E967-694C-46B2-8D12-ADB7AADD7A46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335BDB-1608-C551-C632-A3A3AFF2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817C8D-08BB-4B3A-F8BD-CEFD956AD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3D1A-376C-41D9-8085-FEBD2A6607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053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9C1036-61CF-9923-0828-C2755B8DE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06DD16-6C54-7110-6971-A71AD25C0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7BD6E0-9808-D0F8-259C-E2E847AE9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E967-694C-46B2-8D12-ADB7AADD7A46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9D1901-323B-255B-7CB3-43CE6341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04FB5A-3584-1189-F366-08E9AFFC1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3D1A-376C-41D9-8085-FEBD2A6607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982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4366AD-355B-902E-8BBC-63F3A9CD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B5507D-238F-4416-832E-6B4B3C377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AEAFA1F-C805-6469-43E2-91B938F56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9E4790-9799-BA54-6F7A-D50D03DFF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E967-694C-46B2-8D12-ADB7AADD7A46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F75F6D-90FF-9B6A-247F-B3F7DC67D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B258A6-5BA8-BB08-AC00-2760B0888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3D1A-376C-41D9-8085-FEBD2A6607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1012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F1C95F-AD60-D322-BC4F-CFB8C6EEC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29AE0F-C505-9244-9C77-7152C7B6A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C51DB59-BEB5-F2F6-C665-13091F872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22A7902-9DB1-CC06-9EC4-2E0AD6FE3E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0354AEF-4386-AC9E-3E39-475017E7E5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953C58C-B8C6-EC7E-83C2-8BAA74E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E967-694C-46B2-8D12-ADB7AADD7A46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A16D71E-333F-3EC6-91C1-36BB7019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89D0ED4-F6E6-F1FB-4F72-5A2B3C515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3D1A-376C-41D9-8085-FEBD2A6607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6019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09D24C-512A-FF7A-1E67-5EFFB25E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30D1DE4-65A8-0978-87F7-D7043F1FF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E967-694C-46B2-8D12-ADB7AADD7A46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B62CF4D-0150-FC51-965B-540887B0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B6F3D70-6653-8476-9B16-7DFC4675C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3D1A-376C-41D9-8085-FEBD2A6607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1401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4E47D79-B8BB-D1F3-AB78-2C0FC0128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E967-694C-46B2-8D12-ADB7AADD7A46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4828A6D-5D6F-6FED-397A-195C4983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7CF3605-950A-BDAE-BEBC-B04A9857F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3D1A-376C-41D9-8085-FEBD2A6607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9874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603811-8ADF-C051-633C-C79C2DD94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24C903-69E4-5AA5-DB06-67E975F09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C1233A-4EAD-35EB-F0BC-A9FF0EF91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14F132F-662F-AEAB-6EA7-45E474996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E967-694C-46B2-8D12-ADB7AADD7A46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FEC1ACE-0D2D-2533-B6CE-47EDB9BB2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5F39C1-09CE-1F68-EE73-EFD05DE55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3D1A-376C-41D9-8085-FEBD2A6607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3926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D4B195-9CA5-00D6-ED83-726B4E0EC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D43CC35-7D8C-40B9-9A70-B417CAFE15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6F69AB-0A1D-F065-2B8B-33FE809A7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134902-CD4A-26F1-6519-4DD04CFFD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E967-694C-46B2-8D12-ADB7AADD7A46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E660B6-C147-7E56-3772-2D42A7BB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83AA07C-4206-3A68-0785-F7E73F9B7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3D1A-376C-41D9-8085-FEBD2A6607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9390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B3E171-CB6D-5F71-B07C-F4D9FA48A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05D9367-64AF-1FBB-A059-CAB6AB5067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5C51B7-A6AA-8EFA-43D5-44101758E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E967-694C-46B2-8D12-ADB7AADD7A46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6F5936-7A1A-BCFD-2A92-47D691CA3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42FD15-C482-4216-A344-880E03F08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3D1A-376C-41D9-8085-FEBD2A6607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262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B29AE73-C3DF-487C-02DB-2DA4E697EB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E43C3F8-49D8-D72A-3B55-7534D26E2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C9F77D-C0E0-4E51-898C-784FF88F3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E967-694C-46B2-8D12-ADB7AADD7A46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D971D6-A9E9-85ED-B526-EAA70FB3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DC3CD2-0EF3-5456-4049-FE5EC26A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3D1A-376C-41D9-8085-FEBD2A6607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8159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6F489A8-89AA-53EA-F4CD-FF28C318D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27EDD8-99CA-5CFC-0017-C8EE326BE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077E93-B154-AD94-A2BD-D4E5B5D8CC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C1E967-694C-46B2-8D12-ADB7AADD7A46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6D399A-27F2-71E2-18A0-B0CDA2912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92767F-0AE9-887F-FAC4-BFEBB11DE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9F3D1A-376C-41D9-8085-FEBD2A6607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2602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結合子 3">
            <a:extLst>
              <a:ext uri="{FF2B5EF4-FFF2-40B4-BE49-F238E27FC236}">
                <a16:creationId xmlns:a16="http://schemas.microsoft.com/office/drawing/2014/main" id="{F61AA370-3E17-A6A6-9A9C-4649F8D15B59}"/>
              </a:ext>
            </a:extLst>
          </p:cNvPr>
          <p:cNvSpPr/>
          <p:nvPr/>
        </p:nvSpPr>
        <p:spPr>
          <a:xfrm>
            <a:off x="2139887" y="1578660"/>
            <a:ext cx="215462" cy="19444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CE8FEB4-DC08-8B8F-A695-AAA839C71A91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2247616" y="1773101"/>
            <a:ext cx="2" cy="4703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フローチャート: 判断 9">
            <a:extLst>
              <a:ext uri="{FF2B5EF4-FFF2-40B4-BE49-F238E27FC236}">
                <a16:creationId xmlns:a16="http://schemas.microsoft.com/office/drawing/2014/main" id="{8FBEDFC3-E1AB-F925-7491-89B94554C189}"/>
              </a:ext>
            </a:extLst>
          </p:cNvPr>
          <p:cNvSpPr/>
          <p:nvPr/>
        </p:nvSpPr>
        <p:spPr>
          <a:xfrm>
            <a:off x="1638017" y="2243439"/>
            <a:ext cx="1219197" cy="60434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/>
              <a:t>受信待ち</a:t>
            </a:r>
            <a:endParaRPr kumimoji="1" lang="ja-JP" altLang="en-US" sz="1200" dirty="0"/>
          </a:p>
        </p:txBody>
      </p:sp>
      <p:sp>
        <p:nvSpPr>
          <p:cNvPr id="17" name="フローチャート: 処理 16">
            <a:extLst>
              <a:ext uri="{FF2B5EF4-FFF2-40B4-BE49-F238E27FC236}">
                <a16:creationId xmlns:a16="http://schemas.microsoft.com/office/drawing/2014/main" id="{E0DC6DDA-050E-6E91-E0EE-39321EB4223D}"/>
              </a:ext>
            </a:extLst>
          </p:cNvPr>
          <p:cNvSpPr/>
          <p:nvPr/>
        </p:nvSpPr>
        <p:spPr>
          <a:xfrm>
            <a:off x="1753629" y="3176234"/>
            <a:ext cx="987971" cy="4572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/>
              <a:t>受信メッセージそのまま送信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3707DA65-94E1-F6F3-B354-0613BC6A3396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 flipH="1">
            <a:off x="2247615" y="2847784"/>
            <a:ext cx="1" cy="328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8DD3C7C7-1C43-FF17-0C16-DE253E8DCBA2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2247614" y="3633434"/>
            <a:ext cx="1" cy="4348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コネクタ: カギ線 27">
            <a:extLst>
              <a:ext uri="{FF2B5EF4-FFF2-40B4-BE49-F238E27FC236}">
                <a16:creationId xmlns:a16="http://schemas.microsoft.com/office/drawing/2014/main" id="{A9A0984D-F06D-5098-1D82-B6C92201B9B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52507" y="2453484"/>
            <a:ext cx="2102067" cy="1088148"/>
          </a:xfrm>
          <a:prstGeom prst="bentConnector3">
            <a:avLst>
              <a:gd name="adj1" fmla="val 10025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6D4AF72B-73FB-D69F-1D0C-DEA2C342F926}"/>
              </a:ext>
            </a:extLst>
          </p:cNvPr>
          <p:cNvCxnSpPr/>
          <p:nvPr/>
        </p:nvCxnSpPr>
        <p:spPr>
          <a:xfrm flipH="1">
            <a:off x="1151914" y="4048591"/>
            <a:ext cx="10957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3B2D2DB3-DB80-CABF-A95A-B299A80EE922}"/>
              </a:ext>
            </a:extLst>
          </p:cNvPr>
          <p:cNvSpPr txBox="1"/>
          <p:nvPr/>
        </p:nvSpPr>
        <p:spPr>
          <a:xfrm>
            <a:off x="1443577" y="2226769"/>
            <a:ext cx="901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無し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5B97908-AC73-DC39-2749-ACB70F5B085C}"/>
              </a:ext>
            </a:extLst>
          </p:cNvPr>
          <p:cNvSpPr txBox="1"/>
          <p:nvPr/>
        </p:nvSpPr>
        <p:spPr>
          <a:xfrm>
            <a:off x="2247615" y="2798435"/>
            <a:ext cx="901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有り</a:t>
            </a:r>
          </a:p>
        </p:txBody>
      </p:sp>
      <p:sp>
        <p:nvSpPr>
          <p:cNvPr id="45" name="フローチャート: 結合子 44">
            <a:extLst>
              <a:ext uri="{FF2B5EF4-FFF2-40B4-BE49-F238E27FC236}">
                <a16:creationId xmlns:a16="http://schemas.microsoft.com/office/drawing/2014/main" id="{515EE01C-258C-CDF7-6466-09C6CCAA8EB2}"/>
              </a:ext>
            </a:extLst>
          </p:cNvPr>
          <p:cNvSpPr/>
          <p:nvPr/>
        </p:nvSpPr>
        <p:spPr>
          <a:xfrm>
            <a:off x="6385330" y="1072218"/>
            <a:ext cx="215462" cy="19444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165AAD07-EF83-925C-5989-E89117EE2A30}"/>
              </a:ext>
            </a:extLst>
          </p:cNvPr>
          <p:cNvCxnSpPr>
            <a:cxnSpLocks/>
            <a:endCxn id="47" idx="0"/>
          </p:cNvCxnSpPr>
          <p:nvPr/>
        </p:nvCxnSpPr>
        <p:spPr>
          <a:xfrm flipH="1">
            <a:off x="9194218" y="1307222"/>
            <a:ext cx="2" cy="4703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フローチャート: 判断 46">
            <a:extLst>
              <a:ext uri="{FF2B5EF4-FFF2-40B4-BE49-F238E27FC236}">
                <a16:creationId xmlns:a16="http://schemas.microsoft.com/office/drawing/2014/main" id="{91E0B87A-768B-34FD-1A5E-49256E8DDAE3}"/>
              </a:ext>
            </a:extLst>
          </p:cNvPr>
          <p:cNvSpPr/>
          <p:nvPr/>
        </p:nvSpPr>
        <p:spPr>
          <a:xfrm>
            <a:off x="8584619" y="1777560"/>
            <a:ext cx="1219197" cy="60434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/>
              <a:t>受信待ち</a:t>
            </a:r>
            <a:endParaRPr kumimoji="1" lang="ja-JP" altLang="en-US" sz="1200" dirty="0"/>
          </a:p>
        </p:txBody>
      </p:sp>
      <p:sp>
        <p:nvSpPr>
          <p:cNvPr id="48" name="フローチャート: 処理 47">
            <a:extLst>
              <a:ext uri="{FF2B5EF4-FFF2-40B4-BE49-F238E27FC236}">
                <a16:creationId xmlns:a16="http://schemas.microsoft.com/office/drawing/2014/main" id="{DB9367CE-2615-50DD-6098-D53132B7E0D0}"/>
              </a:ext>
            </a:extLst>
          </p:cNvPr>
          <p:cNvSpPr/>
          <p:nvPr/>
        </p:nvSpPr>
        <p:spPr>
          <a:xfrm>
            <a:off x="8700233" y="2691961"/>
            <a:ext cx="987971" cy="4572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/>
              <a:t>受信メッセージを戻り値で返す</a:t>
            </a:r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057DA933-A5D2-F0B0-0326-180A6B02E24D}"/>
              </a:ext>
            </a:extLst>
          </p:cNvPr>
          <p:cNvCxnSpPr>
            <a:cxnSpLocks/>
            <a:stCxn id="47" idx="2"/>
            <a:endCxn id="48" idx="0"/>
          </p:cNvCxnSpPr>
          <p:nvPr/>
        </p:nvCxnSpPr>
        <p:spPr>
          <a:xfrm>
            <a:off x="9194218" y="2381905"/>
            <a:ext cx="1" cy="3100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E9192F72-AECD-BC22-227E-27C2CEF49260}"/>
              </a:ext>
            </a:extLst>
          </p:cNvPr>
          <p:cNvCxnSpPr>
            <a:cxnSpLocks/>
            <a:stCxn id="48" idx="2"/>
          </p:cNvCxnSpPr>
          <p:nvPr/>
        </p:nvCxnSpPr>
        <p:spPr>
          <a:xfrm flipH="1">
            <a:off x="9190283" y="3149161"/>
            <a:ext cx="3936" cy="3100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25D9A37A-3C00-F31E-F5A0-7EE6A4D3A66F}"/>
              </a:ext>
            </a:extLst>
          </p:cNvPr>
          <p:cNvCxnSpPr>
            <a:cxnSpLocks/>
            <a:stCxn id="99" idx="2"/>
          </p:cNvCxnSpPr>
          <p:nvPr/>
        </p:nvCxnSpPr>
        <p:spPr>
          <a:xfrm flipH="1">
            <a:off x="6489125" y="5416649"/>
            <a:ext cx="3932" cy="2570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47E5601E-EB65-D31B-CFFD-ABD83B5B8DE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828401" y="3009040"/>
            <a:ext cx="4233612" cy="1095699"/>
          </a:xfrm>
          <a:prstGeom prst="bentConnector3">
            <a:avLst>
              <a:gd name="adj1" fmla="val 10014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C18469BE-BCFF-B733-D64F-990794019BAD}"/>
              </a:ext>
            </a:extLst>
          </p:cNvPr>
          <p:cNvCxnSpPr/>
          <p:nvPr/>
        </p:nvCxnSpPr>
        <p:spPr>
          <a:xfrm flipH="1">
            <a:off x="5397358" y="5675748"/>
            <a:ext cx="10957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184473E3-9D98-0B02-E478-C212C86F3243}"/>
              </a:ext>
            </a:extLst>
          </p:cNvPr>
          <p:cNvSpPr txBox="1"/>
          <p:nvPr/>
        </p:nvSpPr>
        <p:spPr>
          <a:xfrm>
            <a:off x="8438790" y="1759166"/>
            <a:ext cx="901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無し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3FF6D959-6F4B-5431-C975-E9AC425E25F2}"/>
              </a:ext>
            </a:extLst>
          </p:cNvPr>
          <p:cNvSpPr txBox="1"/>
          <p:nvPr/>
        </p:nvSpPr>
        <p:spPr>
          <a:xfrm>
            <a:off x="9190284" y="2329026"/>
            <a:ext cx="901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有り</a:t>
            </a:r>
          </a:p>
        </p:txBody>
      </p:sp>
      <p:sp>
        <p:nvSpPr>
          <p:cNvPr id="61" name="フローチャート: 判断 60">
            <a:extLst>
              <a:ext uri="{FF2B5EF4-FFF2-40B4-BE49-F238E27FC236}">
                <a16:creationId xmlns:a16="http://schemas.microsoft.com/office/drawing/2014/main" id="{4AF3436A-8E15-10A1-E782-7E93FB62E772}"/>
              </a:ext>
            </a:extLst>
          </p:cNvPr>
          <p:cNvSpPr/>
          <p:nvPr/>
        </p:nvSpPr>
        <p:spPr>
          <a:xfrm>
            <a:off x="5879526" y="4155977"/>
            <a:ext cx="1219197" cy="60434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dirty="0"/>
              <a:t>BCC</a:t>
            </a:r>
            <a:r>
              <a:rPr lang="ja-JP" altLang="en-US" sz="800" dirty="0"/>
              <a:t>チェック</a:t>
            </a:r>
            <a:endParaRPr lang="en-US" altLang="ja-JP" sz="800" dirty="0"/>
          </a:p>
        </p:txBody>
      </p: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ECCC176F-33A4-C800-94EC-F3F05D77CDC4}"/>
              </a:ext>
            </a:extLst>
          </p:cNvPr>
          <p:cNvCxnSpPr/>
          <p:nvPr/>
        </p:nvCxnSpPr>
        <p:spPr>
          <a:xfrm flipH="1">
            <a:off x="1133524" y="2545612"/>
            <a:ext cx="504491" cy="78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A5ADACCD-D44C-7967-0DB2-3BAA50A8BD6C}"/>
              </a:ext>
            </a:extLst>
          </p:cNvPr>
          <p:cNvCxnSpPr>
            <a:cxnSpLocks/>
            <a:stCxn id="61" idx="1"/>
          </p:cNvCxnSpPr>
          <p:nvPr/>
        </p:nvCxnSpPr>
        <p:spPr>
          <a:xfrm flipH="1">
            <a:off x="5397357" y="4458150"/>
            <a:ext cx="4821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7AED41EB-44D0-C4C2-2B37-5AAE992A5276}"/>
              </a:ext>
            </a:extLst>
          </p:cNvPr>
          <p:cNvCxnSpPr>
            <a:cxnSpLocks/>
            <a:stCxn id="83" idx="2"/>
            <a:endCxn id="61" idx="0"/>
          </p:cNvCxnSpPr>
          <p:nvPr/>
        </p:nvCxnSpPr>
        <p:spPr>
          <a:xfrm flipH="1">
            <a:off x="6489125" y="3933314"/>
            <a:ext cx="4885" cy="2226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フローチャート: 定義済み処理 82">
            <a:extLst>
              <a:ext uri="{FF2B5EF4-FFF2-40B4-BE49-F238E27FC236}">
                <a16:creationId xmlns:a16="http://schemas.microsoft.com/office/drawing/2014/main" id="{E2409450-55C0-C5B3-B9EF-23FBB415708A}"/>
              </a:ext>
            </a:extLst>
          </p:cNvPr>
          <p:cNvSpPr/>
          <p:nvPr/>
        </p:nvSpPr>
        <p:spPr>
          <a:xfrm>
            <a:off x="5946160" y="3518157"/>
            <a:ext cx="1095700" cy="415157"/>
          </a:xfrm>
          <a:prstGeom prst="flowChartPredefinedProcess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BCC</a:t>
            </a:r>
            <a:r>
              <a:rPr kumimoji="1" lang="ja-JP" altLang="en-US" sz="1200" dirty="0"/>
              <a:t>計算</a:t>
            </a:r>
          </a:p>
        </p:txBody>
      </p: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7D2368DE-6E50-AC7F-6562-57F428E79CD7}"/>
              </a:ext>
            </a:extLst>
          </p:cNvPr>
          <p:cNvCxnSpPr>
            <a:cxnSpLocks/>
            <a:stCxn id="61" idx="2"/>
            <a:endCxn id="99" idx="0"/>
          </p:cNvCxnSpPr>
          <p:nvPr/>
        </p:nvCxnSpPr>
        <p:spPr>
          <a:xfrm>
            <a:off x="6489125" y="4760322"/>
            <a:ext cx="3932" cy="2411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2E6D34F3-02AA-4C2B-20DA-32AE97116213}"/>
              </a:ext>
            </a:extLst>
          </p:cNvPr>
          <p:cNvSpPr txBox="1"/>
          <p:nvPr/>
        </p:nvSpPr>
        <p:spPr>
          <a:xfrm>
            <a:off x="6532481" y="4716107"/>
            <a:ext cx="901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正常</a:t>
            </a: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5B980C19-3996-A135-AF47-32333041C725}"/>
              </a:ext>
            </a:extLst>
          </p:cNvPr>
          <p:cNvSpPr txBox="1"/>
          <p:nvPr/>
        </p:nvSpPr>
        <p:spPr>
          <a:xfrm>
            <a:off x="5548444" y="4152780"/>
            <a:ext cx="9012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dirty="0"/>
              <a:t>異常</a:t>
            </a:r>
            <a:endParaRPr lang="en-US" altLang="ja-JP" sz="1100" dirty="0"/>
          </a:p>
          <a:p>
            <a:endParaRPr kumimoji="1" lang="ja-JP" altLang="en-US" sz="1100" dirty="0"/>
          </a:p>
        </p:txBody>
      </p:sp>
      <p:sp>
        <p:nvSpPr>
          <p:cNvPr id="98" name="フローチャート: 定義済み処理 97">
            <a:extLst>
              <a:ext uri="{FF2B5EF4-FFF2-40B4-BE49-F238E27FC236}">
                <a16:creationId xmlns:a16="http://schemas.microsoft.com/office/drawing/2014/main" id="{0528D722-E266-AAEB-6102-EF5CF1D1FA83}"/>
              </a:ext>
            </a:extLst>
          </p:cNvPr>
          <p:cNvSpPr/>
          <p:nvPr/>
        </p:nvSpPr>
        <p:spPr>
          <a:xfrm>
            <a:off x="5945207" y="1868381"/>
            <a:ext cx="1095700" cy="415157"/>
          </a:xfrm>
          <a:prstGeom prst="flowChartPredefinedProcess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受信関数</a:t>
            </a:r>
          </a:p>
        </p:txBody>
      </p:sp>
      <p:sp>
        <p:nvSpPr>
          <p:cNvPr id="99" name="フローチャート: 定義済み処理 98">
            <a:extLst>
              <a:ext uri="{FF2B5EF4-FFF2-40B4-BE49-F238E27FC236}">
                <a16:creationId xmlns:a16="http://schemas.microsoft.com/office/drawing/2014/main" id="{E4EF0BFD-767D-C4D0-5981-3C45F59ECF58}"/>
              </a:ext>
            </a:extLst>
          </p:cNvPr>
          <p:cNvSpPr/>
          <p:nvPr/>
        </p:nvSpPr>
        <p:spPr>
          <a:xfrm>
            <a:off x="5945207" y="5001492"/>
            <a:ext cx="1095700" cy="415157"/>
          </a:xfrm>
          <a:prstGeom prst="flowChartPredefinedProcess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送信関数</a:t>
            </a:r>
          </a:p>
        </p:txBody>
      </p: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433E34DC-0896-0023-DA2D-2DD551400382}"/>
              </a:ext>
            </a:extLst>
          </p:cNvPr>
          <p:cNvCxnSpPr>
            <a:cxnSpLocks/>
          </p:cNvCxnSpPr>
          <p:nvPr/>
        </p:nvCxnSpPr>
        <p:spPr>
          <a:xfrm flipH="1">
            <a:off x="8291661" y="2075959"/>
            <a:ext cx="2929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コネクタ: カギ線 105">
            <a:extLst>
              <a:ext uri="{FF2B5EF4-FFF2-40B4-BE49-F238E27FC236}">
                <a16:creationId xmlns:a16="http://schemas.microsoft.com/office/drawing/2014/main" id="{2425F512-2DCF-D80F-FDEA-3AC0EA934EDE}"/>
              </a:ext>
            </a:extLst>
          </p:cNvPr>
          <p:cNvCxnSpPr>
            <a:cxnSpLocks/>
          </p:cNvCxnSpPr>
          <p:nvPr/>
        </p:nvCxnSpPr>
        <p:spPr>
          <a:xfrm flipV="1">
            <a:off x="8291661" y="1500520"/>
            <a:ext cx="920472" cy="567226"/>
          </a:xfrm>
          <a:prstGeom prst="bentConnector3">
            <a:avLst>
              <a:gd name="adj1" fmla="val 90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フローチャート: 結合子 111">
            <a:extLst>
              <a:ext uri="{FF2B5EF4-FFF2-40B4-BE49-F238E27FC236}">
                <a16:creationId xmlns:a16="http://schemas.microsoft.com/office/drawing/2014/main" id="{75FA75E1-AED6-5844-6AE3-46AFCC19C380}"/>
              </a:ext>
            </a:extLst>
          </p:cNvPr>
          <p:cNvSpPr/>
          <p:nvPr/>
        </p:nvSpPr>
        <p:spPr>
          <a:xfrm>
            <a:off x="9082552" y="1113519"/>
            <a:ext cx="215462" cy="19444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フローチャート: 結合子 112">
            <a:extLst>
              <a:ext uri="{FF2B5EF4-FFF2-40B4-BE49-F238E27FC236}">
                <a16:creationId xmlns:a16="http://schemas.microsoft.com/office/drawing/2014/main" id="{F6BCA4A4-0C16-D541-6587-6AFD645BB426}"/>
              </a:ext>
            </a:extLst>
          </p:cNvPr>
          <p:cNvSpPr/>
          <p:nvPr/>
        </p:nvSpPr>
        <p:spPr>
          <a:xfrm>
            <a:off x="9082552" y="3436765"/>
            <a:ext cx="215462" cy="19444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" name="フローチャート: 処理 113">
            <a:extLst>
              <a:ext uri="{FF2B5EF4-FFF2-40B4-BE49-F238E27FC236}">
                <a16:creationId xmlns:a16="http://schemas.microsoft.com/office/drawing/2014/main" id="{C37270CA-A309-03A4-D188-7BC92284B215}"/>
              </a:ext>
            </a:extLst>
          </p:cNvPr>
          <p:cNvSpPr/>
          <p:nvPr/>
        </p:nvSpPr>
        <p:spPr>
          <a:xfrm>
            <a:off x="8086709" y="1011781"/>
            <a:ext cx="2238701" cy="2822030"/>
          </a:xfrm>
          <a:prstGeom prst="flowChartProcess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" name="矢印: 右 115">
            <a:extLst>
              <a:ext uri="{FF2B5EF4-FFF2-40B4-BE49-F238E27FC236}">
                <a16:creationId xmlns:a16="http://schemas.microsoft.com/office/drawing/2014/main" id="{67B010A1-C0EB-E7AF-9BE6-B0FE7F760B18}"/>
              </a:ext>
            </a:extLst>
          </p:cNvPr>
          <p:cNvSpPr/>
          <p:nvPr/>
        </p:nvSpPr>
        <p:spPr>
          <a:xfrm>
            <a:off x="7274309" y="1963543"/>
            <a:ext cx="743569" cy="2058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" name="フローチャート: 書類 116">
            <a:extLst>
              <a:ext uri="{FF2B5EF4-FFF2-40B4-BE49-F238E27FC236}">
                <a16:creationId xmlns:a16="http://schemas.microsoft.com/office/drawing/2014/main" id="{6786B0F1-81CF-D913-7736-FC5B9C8F60F6}"/>
              </a:ext>
            </a:extLst>
          </p:cNvPr>
          <p:cNvSpPr/>
          <p:nvPr/>
        </p:nvSpPr>
        <p:spPr>
          <a:xfrm>
            <a:off x="8083398" y="4169857"/>
            <a:ext cx="1612040" cy="1092500"/>
          </a:xfrm>
          <a:prstGeom prst="flowChartDocumen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受信データ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格納メモリ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（変数）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cxnSp>
        <p:nvCxnSpPr>
          <p:cNvPr id="118" name="直線コネクタ 117">
            <a:extLst>
              <a:ext uri="{FF2B5EF4-FFF2-40B4-BE49-F238E27FC236}">
                <a16:creationId xmlns:a16="http://schemas.microsoft.com/office/drawing/2014/main" id="{2B249401-DC5C-B20E-44E2-D07D12819449}"/>
              </a:ext>
            </a:extLst>
          </p:cNvPr>
          <p:cNvCxnSpPr>
            <a:cxnSpLocks/>
            <a:stCxn id="98" idx="2"/>
            <a:endCxn id="83" idx="0"/>
          </p:cNvCxnSpPr>
          <p:nvPr/>
        </p:nvCxnSpPr>
        <p:spPr>
          <a:xfrm>
            <a:off x="6493057" y="2283538"/>
            <a:ext cx="953" cy="12346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5C204016-6610-D039-0B0B-AC9F9F306A62}"/>
              </a:ext>
            </a:extLst>
          </p:cNvPr>
          <p:cNvCxnSpPr>
            <a:cxnSpLocks/>
            <a:stCxn id="45" idx="4"/>
            <a:endCxn id="98" idx="0"/>
          </p:cNvCxnSpPr>
          <p:nvPr/>
        </p:nvCxnSpPr>
        <p:spPr>
          <a:xfrm flipH="1">
            <a:off x="6493057" y="1266659"/>
            <a:ext cx="4" cy="6017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矢印: 右 127">
            <a:extLst>
              <a:ext uri="{FF2B5EF4-FFF2-40B4-BE49-F238E27FC236}">
                <a16:creationId xmlns:a16="http://schemas.microsoft.com/office/drawing/2014/main" id="{E5FD5445-7350-C9EA-9506-0C2473F98616}"/>
              </a:ext>
            </a:extLst>
          </p:cNvPr>
          <p:cNvSpPr/>
          <p:nvPr/>
        </p:nvSpPr>
        <p:spPr>
          <a:xfrm rot="3690198" flipV="1">
            <a:off x="6654760" y="3308419"/>
            <a:ext cx="1784933" cy="132441"/>
          </a:xfrm>
          <a:prstGeom prst="rightArrow">
            <a:avLst>
              <a:gd name="adj1" fmla="val 50000"/>
              <a:gd name="adj2" fmla="val 60211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3" name="矢印: 上下 132">
            <a:extLst>
              <a:ext uri="{FF2B5EF4-FFF2-40B4-BE49-F238E27FC236}">
                <a16:creationId xmlns:a16="http://schemas.microsoft.com/office/drawing/2014/main" id="{470D6C3C-943C-5FEE-55BB-5AC93582F62F}"/>
              </a:ext>
            </a:extLst>
          </p:cNvPr>
          <p:cNvSpPr/>
          <p:nvPr/>
        </p:nvSpPr>
        <p:spPr>
          <a:xfrm rot="19056621">
            <a:off x="7511450" y="3513995"/>
            <a:ext cx="119156" cy="1143840"/>
          </a:xfrm>
          <a:prstGeom prst="up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4" name="矢印: 右 133">
            <a:extLst>
              <a:ext uri="{FF2B5EF4-FFF2-40B4-BE49-F238E27FC236}">
                <a16:creationId xmlns:a16="http://schemas.microsoft.com/office/drawing/2014/main" id="{0D5B7A89-B2EC-61C0-B0ED-30967F52EB74}"/>
              </a:ext>
            </a:extLst>
          </p:cNvPr>
          <p:cNvSpPr/>
          <p:nvPr/>
        </p:nvSpPr>
        <p:spPr>
          <a:xfrm rot="9129333" flipV="1">
            <a:off x="7096078" y="4969071"/>
            <a:ext cx="900883" cy="119437"/>
          </a:xfrm>
          <a:prstGeom prst="rightArrow">
            <a:avLst>
              <a:gd name="adj1" fmla="val 50000"/>
              <a:gd name="adj2" fmla="val 60211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9" name="矢印: 上下 138">
            <a:extLst>
              <a:ext uri="{FF2B5EF4-FFF2-40B4-BE49-F238E27FC236}">
                <a16:creationId xmlns:a16="http://schemas.microsoft.com/office/drawing/2014/main" id="{C4062D82-6634-55BC-7FD6-8EEFCABF589C}"/>
              </a:ext>
            </a:extLst>
          </p:cNvPr>
          <p:cNvSpPr/>
          <p:nvPr/>
        </p:nvSpPr>
        <p:spPr>
          <a:xfrm rot="17059813">
            <a:off x="7516960" y="4160192"/>
            <a:ext cx="115734" cy="791739"/>
          </a:xfrm>
          <a:prstGeom prst="up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四角形: 角を丸くする 141">
            <a:extLst>
              <a:ext uri="{FF2B5EF4-FFF2-40B4-BE49-F238E27FC236}">
                <a16:creationId xmlns:a16="http://schemas.microsoft.com/office/drawing/2014/main" id="{18F93B3D-49B2-39F2-A013-FE641F06CF62}"/>
              </a:ext>
            </a:extLst>
          </p:cNvPr>
          <p:cNvSpPr/>
          <p:nvPr/>
        </p:nvSpPr>
        <p:spPr>
          <a:xfrm>
            <a:off x="600122" y="1363196"/>
            <a:ext cx="2532935" cy="3094954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3" name="四角形: 角を丸くする 142">
            <a:extLst>
              <a:ext uri="{FF2B5EF4-FFF2-40B4-BE49-F238E27FC236}">
                <a16:creationId xmlns:a16="http://schemas.microsoft.com/office/drawing/2014/main" id="{CBA9B664-61B5-3959-7856-E02B0782046C}"/>
              </a:ext>
            </a:extLst>
          </p:cNvPr>
          <p:cNvSpPr/>
          <p:nvPr/>
        </p:nvSpPr>
        <p:spPr>
          <a:xfrm>
            <a:off x="4756950" y="583324"/>
            <a:ext cx="6152788" cy="5559973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4" name="テキスト ボックス 143">
            <a:extLst>
              <a:ext uri="{FF2B5EF4-FFF2-40B4-BE49-F238E27FC236}">
                <a16:creationId xmlns:a16="http://schemas.microsoft.com/office/drawing/2014/main" id="{B8620CBD-FDCD-E196-2F19-3C2B104CDD6E}"/>
              </a:ext>
            </a:extLst>
          </p:cNvPr>
          <p:cNvSpPr txBox="1"/>
          <p:nvPr/>
        </p:nvSpPr>
        <p:spPr>
          <a:xfrm>
            <a:off x="1133524" y="1171903"/>
            <a:ext cx="84242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基本</a:t>
            </a:r>
          </a:p>
        </p:txBody>
      </p: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1E1AE4F9-56BE-BD8B-F045-C926923636AA}"/>
              </a:ext>
            </a:extLst>
          </p:cNvPr>
          <p:cNvSpPr txBox="1"/>
          <p:nvPr/>
        </p:nvSpPr>
        <p:spPr>
          <a:xfrm>
            <a:off x="5577861" y="417951"/>
            <a:ext cx="84242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応用</a:t>
            </a:r>
          </a:p>
        </p:txBody>
      </p:sp>
      <p:sp>
        <p:nvSpPr>
          <p:cNvPr id="146" name="テキスト ボックス 145">
            <a:extLst>
              <a:ext uri="{FF2B5EF4-FFF2-40B4-BE49-F238E27FC236}">
                <a16:creationId xmlns:a16="http://schemas.microsoft.com/office/drawing/2014/main" id="{044ACC87-F478-62A7-55DA-BBB4D60A897F}"/>
              </a:ext>
            </a:extLst>
          </p:cNvPr>
          <p:cNvSpPr txBox="1"/>
          <p:nvPr/>
        </p:nvSpPr>
        <p:spPr>
          <a:xfrm>
            <a:off x="986784" y="4880907"/>
            <a:ext cx="32687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BCC</a:t>
            </a:r>
            <a:r>
              <a:rPr kumimoji="1" lang="ja-JP" altLang="en-US" dirty="0"/>
              <a:t>は</a:t>
            </a:r>
            <a:r>
              <a:rPr lang="en-US" altLang="ja-JP" dirty="0"/>
              <a:t>STX(0x02)</a:t>
            </a:r>
            <a:r>
              <a:rPr lang="ja-JP" altLang="en-US" dirty="0"/>
              <a:t>と</a:t>
            </a:r>
            <a:r>
              <a:rPr lang="en-US" altLang="ja-JP" dirty="0"/>
              <a:t>ETX(0x03)</a:t>
            </a:r>
            <a:r>
              <a:rPr lang="ja-JP" altLang="en-US" dirty="0"/>
              <a:t>の間をすべて</a:t>
            </a:r>
            <a:endParaRPr lang="en-US" altLang="ja-JP" dirty="0"/>
          </a:p>
          <a:p>
            <a:r>
              <a:rPr kumimoji="1" lang="ja-JP" altLang="en-US" dirty="0"/>
              <a:t>バイナリ加算し下位１バイトを</a:t>
            </a:r>
            <a:r>
              <a:rPr lang="en-US" altLang="ja-JP" dirty="0"/>
              <a:t>ETX</a:t>
            </a:r>
            <a:r>
              <a:rPr lang="ja-JP" altLang="en-US" dirty="0"/>
              <a:t>の後ろに</a:t>
            </a:r>
            <a:r>
              <a:rPr kumimoji="1" lang="en-US" altLang="ja-JP" dirty="0"/>
              <a:t>16</a:t>
            </a:r>
            <a:r>
              <a:rPr kumimoji="1" lang="ja-JP" altLang="en-US" dirty="0"/>
              <a:t>進数を</a:t>
            </a:r>
            <a:r>
              <a:rPr lang="ja-JP" altLang="en-US" dirty="0"/>
              <a:t>アスキー</a:t>
            </a:r>
            <a:r>
              <a:rPr kumimoji="1" lang="ja-JP" altLang="en-US" dirty="0"/>
              <a:t>２文字に変換して付加</a:t>
            </a:r>
            <a:r>
              <a:rPr lang="ja-JP" altLang="en-US" dirty="0"/>
              <a:t>だったと思う。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53820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ローチャート: 結合子 5">
            <a:extLst>
              <a:ext uri="{FF2B5EF4-FFF2-40B4-BE49-F238E27FC236}">
                <a16:creationId xmlns:a16="http://schemas.microsoft.com/office/drawing/2014/main" id="{5FB4D560-4547-A5A6-7337-35E8E571EF78}"/>
              </a:ext>
            </a:extLst>
          </p:cNvPr>
          <p:cNvSpPr/>
          <p:nvPr/>
        </p:nvSpPr>
        <p:spPr>
          <a:xfrm>
            <a:off x="2375634" y="998646"/>
            <a:ext cx="215462" cy="19444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9436543-923A-AD99-85FB-922C230D4675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2472807" y="5807702"/>
            <a:ext cx="3932" cy="2570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6E1F2DBC-7CE0-6C5B-DCE8-5B173FED8CD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-403042" y="3144636"/>
            <a:ext cx="4664527" cy="1108278"/>
          </a:xfrm>
          <a:prstGeom prst="bentConnector3">
            <a:avLst>
              <a:gd name="adj1" fmla="val 10024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062CA7CA-F1A7-17B3-3874-3DEA2DDD3FD8}"/>
              </a:ext>
            </a:extLst>
          </p:cNvPr>
          <p:cNvCxnSpPr/>
          <p:nvPr/>
        </p:nvCxnSpPr>
        <p:spPr>
          <a:xfrm flipH="1">
            <a:off x="1381039" y="6047892"/>
            <a:ext cx="10957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フローチャート: 判断 16">
            <a:extLst>
              <a:ext uri="{FF2B5EF4-FFF2-40B4-BE49-F238E27FC236}">
                <a16:creationId xmlns:a16="http://schemas.microsoft.com/office/drawing/2014/main" id="{E99309C1-2F37-44AA-519D-74E0F841084B}"/>
              </a:ext>
            </a:extLst>
          </p:cNvPr>
          <p:cNvSpPr/>
          <p:nvPr/>
        </p:nvSpPr>
        <p:spPr>
          <a:xfrm>
            <a:off x="1871073" y="3153056"/>
            <a:ext cx="1219197" cy="60434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dirty="0"/>
              <a:t>BCC</a:t>
            </a:r>
            <a:r>
              <a:rPr lang="ja-JP" altLang="en-US" sz="800" dirty="0"/>
              <a:t>チェック</a:t>
            </a:r>
            <a:endParaRPr lang="en-US" altLang="ja-JP" sz="800" dirty="0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D31CE0A4-5FDD-0FD8-9B97-D01D51E13A98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1388904" y="3455229"/>
            <a:ext cx="4821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70FB371F-270C-BC32-E7C9-784F9FF3577B}"/>
              </a:ext>
            </a:extLst>
          </p:cNvPr>
          <p:cNvCxnSpPr>
            <a:cxnSpLocks/>
            <a:stCxn id="20" idx="2"/>
            <a:endCxn id="17" idx="0"/>
          </p:cNvCxnSpPr>
          <p:nvPr/>
        </p:nvCxnSpPr>
        <p:spPr>
          <a:xfrm flipH="1">
            <a:off x="2480672" y="2950146"/>
            <a:ext cx="3642" cy="2029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フローチャート: 定義済み処理 19">
            <a:extLst>
              <a:ext uri="{FF2B5EF4-FFF2-40B4-BE49-F238E27FC236}">
                <a16:creationId xmlns:a16="http://schemas.microsoft.com/office/drawing/2014/main" id="{35416CBE-F9E3-DEE0-0BD3-8C8F68DF0B4B}"/>
              </a:ext>
            </a:extLst>
          </p:cNvPr>
          <p:cNvSpPr/>
          <p:nvPr/>
        </p:nvSpPr>
        <p:spPr>
          <a:xfrm>
            <a:off x="1936464" y="2534989"/>
            <a:ext cx="1095700" cy="415157"/>
          </a:xfrm>
          <a:prstGeom prst="flowChartPredefinedProcess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BCC</a:t>
            </a:r>
            <a:r>
              <a:rPr kumimoji="1" lang="ja-JP" altLang="en-US" sz="1200" dirty="0"/>
              <a:t>計算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61C5E4F4-B44B-F47C-5C6D-8EA75083A382}"/>
              </a:ext>
            </a:extLst>
          </p:cNvPr>
          <p:cNvCxnSpPr>
            <a:cxnSpLocks/>
            <a:stCxn id="17" idx="2"/>
            <a:endCxn id="45" idx="0"/>
          </p:cNvCxnSpPr>
          <p:nvPr/>
        </p:nvCxnSpPr>
        <p:spPr>
          <a:xfrm flipH="1">
            <a:off x="2476740" y="3757401"/>
            <a:ext cx="3932" cy="2359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20A95B6-547D-3F5A-8F21-2CFA64CEC9D7}"/>
              </a:ext>
            </a:extLst>
          </p:cNvPr>
          <p:cNvSpPr txBox="1"/>
          <p:nvPr/>
        </p:nvSpPr>
        <p:spPr>
          <a:xfrm>
            <a:off x="2524028" y="3713186"/>
            <a:ext cx="901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正常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611ECAD-BDE7-1DD4-6AAA-6DFFFCFDCA30}"/>
              </a:ext>
            </a:extLst>
          </p:cNvPr>
          <p:cNvSpPr txBox="1"/>
          <p:nvPr/>
        </p:nvSpPr>
        <p:spPr>
          <a:xfrm>
            <a:off x="1539991" y="3149859"/>
            <a:ext cx="9012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dirty="0"/>
              <a:t>異常</a:t>
            </a:r>
            <a:endParaRPr lang="en-US" altLang="ja-JP" sz="1100" dirty="0"/>
          </a:p>
          <a:p>
            <a:endParaRPr kumimoji="1" lang="ja-JP" altLang="en-US" sz="1100" dirty="0"/>
          </a:p>
        </p:txBody>
      </p:sp>
      <p:sp>
        <p:nvSpPr>
          <p:cNvPr id="24" name="フローチャート: 定義済み処理 23">
            <a:extLst>
              <a:ext uri="{FF2B5EF4-FFF2-40B4-BE49-F238E27FC236}">
                <a16:creationId xmlns:a16="http://schemas.microsoft.com/office/drawing/2014/main" id="{3924B533-2779-F664-F7E3-6D08E9564D29}"/>
              </a:ext>
            </a:extLst>
          </p:cNvPr>
          <p:cNvSpPr/>
          <p:nvPr/>
        </p:nvSpPr>
        <p:spPr>
          <a:xfrm>
            <a:off x="1935511" y="1794809"/>
            <a:ext cx="1095700" cy="415157"/>
          </a:xfrm>
          <a:prstGeom prst="flowChartPredefinedProcess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受信関数</a:t>
            </a:r>
          </a:p>
        </p:txBody>
      </p:sp>
      <p:sp>
        <p:nvSpPr>
          <p:cNvPr id="25" name="フローチャート: 定義済み処理 24">
            <a:extLst>
              <a:ext uri="{FF2B5EF4-FFF2-40B4-BE49-F238E27FC236}">
                <a16:creationId xmlns:a16="http://schemas.microsoft.com/office/drawing/2014/main" id="{4A48DDF2-6F19-5DC6-A875-B71FDFFC0AFF}"/>
              </a:ext>
            </a:extLst>
          </p:cNvPr>
          <p:cNvSpPr/>
          <p:nvPr/>
        </p:nvSpPr>
        <p:spPr>
          <a:xfrm>
            <a:off x="1928889" y="5392545"/>
            <a:ext cx="1095700" cy="415157"/>
          </a:xfrm>
          <a:prstGeom prst="flowChartPredefinedProcess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送信関数</a:t>
            </a:r>
          </a:p>
        </p:txBody>
      </p:sp>
      <p:sp>
        <p:nvSpPr>
          <p:cNvPr id="32" name="フローチャート: 書類 31">
            <a:extLst>
              <a:ext uri="{FF2B5EF4-FFF2-40B4-BE49-F238E27FC236}">
                <a16:creationId xmlns:a16="http://schemas.microsoft.com/office/drawing/2014/main" id="{6DEA5BEE-A307-F970-0585-2A7E5EB92593}"/>
              </a:ext>
            </a:extLst>
          </p:cNvPr>
          <p:cNvSpPr/>
          <p:nvPr/>
        </p:nvSpPr>
        <p:spPr>
          <a:xfrm>
            <a:off x="4376099" y="3611677"/>
            <a:ext cx="1612040" cy="1092500"/>
          </a:xfrm>
          <a:prstGeom prst="flowChartDocumen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受信データ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格納メモリ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（変数）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50573486-7EC4-68B3-4F80-5397A3D7C144}"/>
              </a:ext>
            </a:extLst>
          </p:cNvPr>
          <p:cNvCxnSpPr>
            <a:cxnSpLocks/>
            <a:stCxn id="24" idx="2"/>
            <a:endCxn id="20" idx="0"/>
          </p:cNvCxnSpPr>
          <p:nvPr/>
        </p:nvCxnSpPr>
        <p:spPr>
          <a:xfrm>
            <a:off x="2483361" y="2209966"/>
            <a:ext cx="953" cy="3250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580EC0DE-1CEB-662E-8D3A-EFE53F35D7F4}"/>
              </a:ext>
            </a:extLst>
          </p:cNvPr>
          <p:cNvCxnSpPr>
            <a:cxnSpLocks/>
            <a:stCxn id="6" idx="4"/>
            <a:endCxn id="24" idx="0"/>
          </p:cNvCxnSpPr>
          <p:nvPr/>
        </p:nvCxnSpPr>
        <p:spPr>
          <a:xfrm flipH="1">
            <a:off x="2483361" y="1193087"/>
            <a:ext cx="4" cy="6017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矢印: 右 34">
            <a:extLst>
              <a:ext uri="{FF2B5EF4-FFF2-40B4-BE49-F238E27FC236}">
                <a16:creationId xmlns:a16="http://schemas.microsoft.com/office/drawing/2014/main" id="{CEE47007-ADA8-3D68-CE02-CC3A88B77CB5}"/>
              </a:ext>
            </a:extLst>
          </p:cNvPr>
          <p:cNvSpPr/>
          <p:nvPr/>
        </p:nvSpPr>
        <p:spPr>
          <a:xfrm rot="3013251" flipV="1">
            <a:off x="2838063" y="2669334"/>
            <a:ext cx="1741001" cy="128285"/>
          </a:xfrm>
          <a:prstGeom prst="rightArrow">
            <a:avLst>
              <a:gd name="adj1" fmla="val 50000"/>
              <a:gd name="adj2" fmla="val 60211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矢印: 上下 35">
            <a:extLst>
              <a:ext uri="{FF2B5EF4-FFF2-40B4-BE49-F238E27FC236}">
                <a16:creationId xmlns:a16="http://schemas.microsoft.com/office/drawing/2014/main" id="{0D665F16-5799-6A0A-1683-5CCA0ADC62D5}"/>
              </a:ext>
            </a:extLst>
          </p:cNvPr>
          <p:cNvSpPr/>
          <p:nvPr/>
        </p:nvSpPr>
        <p:spPr>
          <a:xfrm rot="17751955">
            <a:off x="3657812" y="3179624"/>
            <a:ext cx="130078" cy="1143840"/>
          </a:xfrm>
          <a:prstGeom prst="up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矢印: 右 36">
            <a:extLst>
              <a:ext uri="{FF2B5EF4-FFF2-40B4-BE49-F238E27FC236}">
                <a16:creationId xmlns:a16="http://schemas.microsoft.com/office/drawing/2014/main" id="{CB1F3D64-564B-94F8-2A4E-490171F65F4C}"/>
              </a:ext>
            </a:extLst>
          </p:cNvPr>
          <p:cNvSpPr/>
          <p:nvPr/>
        </p:nvSpPr>
        <p:spPr>
          <a:xfrm rot="8622772" flipV="1">
            <a:off x="3081668" y="5157498"/>
            <a:ext cx="1200117" cy="154686"/>
          </a:xfrm>
          <a:prstGeom prst="rightArrow">
            <a:avLst>
              <a:gd name="adj1" fmla="val 50000"/>
              <a:gd name="adj2" fmla="val 60211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矢印: 上下 37">
            <a:extLst>
              <a:ext uri="{FF2B5EF4-FFF2-40B4-BE49-F238E27FC236}">
                <a16:creationId xmlns:a16="http://schemas.microsoft.com/office/drawing/2014/main" id="{04801D32-754B-CD92-8513-6237F5E447F6}"/>
              </a:ext>
            </a:extLst>
          </p:cNvPr>
          <p:cNvSpPr/>
          <p:nvPr/>
        </p:nvSpPr>
        <p:spPr>
          <a:xfrm rot="18557075">
            <a:off x="3612298" y="2576464"/>
            <a:ext cx="138860" cy="1431921"/>
          </a:xfrm>
          <a:prstGeom prst="up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88861A6F-EDBF-C7F1-E588-05F33972B2B1}"/>
              </a:ext>
            </a:extLst>
          </p:cNvPr>
          <p:cNvSpPr/>
          <p:nvPr/>
        </p:nvSpPr>
        <p:spPr>
          <a:xfrm>
            <a:off x="747254" y="509752"/>
            <a:ext cx="6152788" cy="6211614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67A6F765-1565-DE8E-798F-68946B19B1D7}"/>
              </a:ext>
            </a:extLst>
          </p:cNvPr>
          <p:cNvSpPr txBox="1"/>
          <p:nvPr/>
        </p:nvSpPr>
        <p:spPr>
          <a:xfrm>
            <a:off x="1568165" y="344379"/>
            <a:ext cx="102293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応用２</a:t>
            </a:r>
          </a:p>
        </p:txBody>
      </p:sp>
      <p:sp>
        <p:nvSpPr>
          <p:cNvPr id="45" name="フローチャート: 処理 44">
            <a:extLst>
              <a:ext uri="{FF2B5EF4-FFF2-40B4-BE49-F238E27FC236}">
                <a16:creationId xmlns:a16="http://schemas.microsoft.com/office/drawing/2014/main" id="{53E7B5B4-007D-0D17-3ED4-234F941F6428}"/>
              </a:ext>
            </a:extLst>
          </p:cNvPr>
          <p:cNvSpPr/>
          <p:nvPr/>
        </p:nvSpPr>
        <p:spPr>
          <a:xfrm>
            <a:off x="1966678" y="3993314"/>
            <a:ext cx="1020123" cy="42675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データ変更</a:t>
            </a:r>
            <a:endParaRPr kumimoji="1" lang="en-US" altLang="ja-JP" sz="1200" dirty="0"/>
          </a:p>
        </p:txBody>
      </p:sp>
      <p:sp>
        <p:nvSpPr>
          <p:cNvPr id="46" name="フローチャート: 定義済み処理 45">
            <a:extLst>
              <a:ext uri="{FF2B5EF4-FFF2-40B4-BE49-F238E27FC236}">
                <a16:creationId xmlns:a16="http://schemas.microsoft.com/office/drawing/2014/main" id="{07342CD7-D029-889C-8180-B6F6571002C2}"/>
              </a:ext>
            </a:extLst>
          </p:cNvPr>
          <p:cNvSpPr/>
          <p:nvPr/>
        </p:nvSpPr>
        <p:spPr>
          <a:xfrm>
            <a:off x="1928889" y="4661980"/>
            <a:ext cx="1095700" cy="415157"/>
          </a:xfrm>
          <a:prstGeom prst="flowChartPredefinedProcess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BCC</a:t>
            </a:r>
            <a:r>
              <a:rPr kumimoji="1" lang="ja-JP" altLang="en-US" sz="1200" dirty="0"/>
              <a:t>計算</a:t>
            </a:r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481E318B-019A-C058-8108-EFE06A7B2E4D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 flipH="1">
            <a:off x="2476739" y="4420067"/>
            <a:ext cx="1" cy="2419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C607D2A6-21FA-4CF3-8EEB-E4B2FAE1D3A5}"/>
              </a:ext>
            </a:extLst>
          </p:cNvPr>
          <p:cNvCxnSpPr>
            <a:cxnSpLocks/>
            <a:stCxn id="46" idx="2"/>
            <a:endCxn id="25" idx="0"/>
          </p:cNvCxnSpPr>
          <p:nvPr/>
        </p:nvCxnSpPr>
        <p:spPr>
          <a:xfrm>
            <a:off x="2476739" y="5077137"/>
            <a:ext cx="0" cy="3154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矢印: 右 59">
            <a:extLst>
              <a:ext uri="{FF2B5EF4-FFF2-40B4-BE49-F238E27FC236}">
                <a16:creationId xmlns:a16="http://schemas.microsoft.com/office/drawing/2014/main" id="{A80EA8F6-382B-4151-2154-D7062BBEBC11}"/>
              </a:ext>
            </a:extLst>
          </p:cNvPr>
          <p:cNvSpPr/>
          <p:nvPr/>
        </p:nvSpPr>
        <p:spPr>
          <a:xfrm rot="21444456" flipV="1">
            <a:off x="3182510" y="4138842"/>
            <a:ext cx="1053432" cy="115728"/>
          </a:xfrm>
          <a:prstGeom prst="rightArrow">
            <a:avLst>
              <a:gd name="adj1" fmla="val 50000"/>
              <a:gd name="adj2" fmla="val 60211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矢印: 右 60">
            <a:extLst>
              <a:ext uri="{FF2B5EF4-FFF2-40B4-BE49-F238E27FC236}">
                <a16:creationId xmlns:a16="http://schemas.microsoft.com/office/drawing/2014/main" id="{B19A31A2-BF87-57D5-6E31-F8816578FA16}"/>
              </a:ext>
            </a:extLst>
          </p:cNvPr>
          <p:cNvSpPr/>
          <p:nvPr/>
        </p:nvSpPr>
        <p:spPr>
          <a:xfrm rot="20215789" flipV="1">
            <a:off x="3198294" y="4577539"/>
            <a:ext cx="1053432" cy="145051"/>
          </a:xfrm>
          <a:prstGeom prst="rightArrow">
            <a:avLst>
              <a:gd name="adj1" fmla="val 50000"/>
              <a:gd name="adj2" fmla="val 60211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76C4182-3C84-48CB-A063-2B9251F20C2C}"/>
              </a:ext>
            </a:extLst>
          </p:cNvPr>
          <p:cNvSpPr txBox="1"/>
          <p:nvPr/>
        </p:nvSpPr>
        <p:spPr>
          <a:xfrm>
            <a:off x="3049172" y="3240817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データ</a:t>
            </a:r>
          </a:p>
        </p:txBody>
      </p:sp>
      <p:sp>
        <p:nvSpPr>
          <p:cNvPr id="4" name="フローチャート: 書類 3">
            <a:extLst>
              <a:ext uri="{FF2B5EF4-FFF2-40B4-BE49-F238E27FC236}">
                <a16:creationId xmlns:a16="http://schemas.microsoft.com/office/drawing/2014/main" id="{5F6D96F6-D1E0-3F48-45D5-82D43AC6C01D}"/>
              </a:ext>
            </a:extLst>
          </p:cNvPr>
          <p:cNvSpPr/>
          <p:nvPr/>
        </p:nvSpPr>
        <p:spPr>
          <a:xfrm>
            <a:off x="4528499" y="3764077"/>
            <a:ext cx="1612040" cy="1092500"/>
          </a:xfrm>
          <a:prstGeom prst="flowChartDocumen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受信データ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格納メモリ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（変数）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フローチャート: 書類 4">
            <a:extLst>
              <a:ext uri="{FF2B5EF4-FFF2-40B4-BE49-F238E27FC236}">
                <a16:creationId xmlns:a16="http://schemas.microsoft.com/office/drawing/2014/main" id="{26DBDFFE-B989-80FE-C09B-7D6B36F20CF8}"/>
              </a:ext>
            </a:extLst>
          </p:cNvPr>
          <p:cNvSpPr/>
          <p:nvPr/>
        </p:nvSpPr>
        <p:spPr>
          <a:xfrm>
            <a:off x="4680899" y="3916477"/>
            <a:ext cx="1612040" cy="1092500"/>
          </a:xfrm>
          <a:prstGeom prst="flowChartDocumen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受信データ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格納メモリ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（変数）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右中かっこ 6">
            <a:extLst>
              <a:ext uri="{FF2B5EF4-FFF2-40B4-BE49-F238E27FC236}">
                <a16:creationId xmlns:a16="http://schemas.microsoft.com/office/drawing/2014/main" id="{EFB5F16B-E518-983D-6431-958CFA844C51}"/>
              </a:ext>
            </a:extLst>
          </p:cNvPr>
          <p:cNvSpPr/>
          <p:nvPr/>
        </p:nvSpPr>
        <p:spPr>
          <a:xfrm>
            <a:off x="3083605" y="2496447"/>
            <a:ext cx="223597" cy="352975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右中かっこ 7">
            <a:extLst>
              <a:ext uri="{FF2B5EF4-FFF2-40B4-BE49-F238E27FC236}">
                <a16:creationId xmlns:a16="http://schemas.microsoft.com/office/drawing/2014/main" id="{672BC9B4-38BB-A210-1587-E24A83820BB8}"/>
              </a:ext>
            </a:extLst>
          </p:cNvPr>
          <p:cNvSpPr/>
          <p:nvPr/>
        </p:nvSpPr>
        <p:spPr>
          <a:xfrm>
            <a:off x="3236005" y="2648847"/>
            <a:ext cx="223597" cy="352975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右中かっこ 8">
            <a:extLst>
              <a:ext uri="{FF2B5EF4-FFF2-40B4-BE49-F238E27FC236}">
                <a16:creationId xmlns:a16="http://schemas.microsoft.com/office/drawing/2014/main" id="{D255E742-C40F-99B4-E26A-9CEDDD44267A}"/>
              </a:ext>
            </a:extLst>
          </p:cNvPr>
          <p:cNvSpPr/>
          <p:nvPr/>
        </p:nvSpPr>
        <p:spPr>
          <a:xfrm>
            <a:off x="3388405" y="2801247"/>
            <a:ext cx="223597" cy="352975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0172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117</Words>
  <Application>Microsoft Office PowerPoint</Application>
  <PresentationFormat>ワイド画面</PresentationFormat>
  <Paragraphs>40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西浦 英一</dc:creator>
  <cp:lastModifiedBy>Laithi Thuhien</cp:lastModifiedBy>
  <cp:revision>2</cp:revision>
  <dcterms:created xsi:type="dcterms:W3CDTF">2025-02-03T05:58:38Z</dcterms:created>
  <dcterms:modified xsi:type="dcterms:W3CDTF">2025-02-07T08:15:11Z</dcterms:modified>
</cp:coreProperties>
</file>